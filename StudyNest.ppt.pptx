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B8A3F-AA2C-4F80-9449-80596640880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7A3ED-D95C-4D41-B9A5-963C460D78C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842"/>
            <a:ext cx="9144000" cy="48063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4407"/>
            <a:ext cx="9144000" cy="49091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700"/>
            <a:ext cx="91440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270"/>
            <a:ext cx="9144000" cy="4823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690"/>
            <a:ext cx="91440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267"/>
            <a:ext cx="9144000" cy="48634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8702"/>
            <a:ext cx="9144000" cy="47605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Somya</dc:creator>
  <cp:lastModifiedBy>Somya</cp:lastModifiedBy>
  <cp:revision>1</cp:revision>
  <dcterms:created xsi:type="dcterms:W3CDTF">2026-07-10T15:32:06Z</dcterms:created>
  <dcterms:modified xsi:type="dcterms:W3CDTF">2026-07-10T15:38:09Z</dcterms:modified>
</cp:coreProperties>
</file>